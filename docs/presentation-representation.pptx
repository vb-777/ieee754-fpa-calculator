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4.jpg" ContentType="image/jpg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7" r:id="rId2"/>
    <p:sldId id="278" r:id="rId3"/>
    <p:sldId id="282" r:id="rId4"/>
    <p:sldId id="263" r:id="rId5"/>
    <p:sldId id="269" r:id="rId6"/>
    <p:sldId id="259" r:id="rId7"/>
    <p:sldId id="261" r:id="rId8"/>
    <p:sldId id="270" r:id="rId9"/>
    <p:sldId id="279" r:id="rId10"/>
    <p:sldId id="280" r:id="rId11"/>
    <p:sldId id="281" r:id="rId12"/>
    <p:sldId id="265" r:id="rId13"/>
    <p:sldId id="267" r:id="rId14"/>
    <p:sldId id="268" r:id="rId15"/>
    <p:sldId id="262" r:id="rId16"/>
    <p:sldId id="271" r:id="rId17"/>
    <p:sldId id="272" r:id="rId18"/>
    <p:sldId id="273" r:id="rId19"/>
    <p:sldId id="275" r:id="rId20"/>
    <p:sldId id="258" r:id="rId2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E8FAF-B68E-F955-E9DC-2CE073B0D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461665"/>
          </a:xfrm>
        </p:spPr>
        <p:txBody>
          <a:bodyPr/>
          <a:lstStyle/>
          <a:p>
            <a:r>
              <a:rPr lang="en-IN" sz="3000" dirty="0">
                <a:latin typeface="Calisto MT" panose="02040603050505030304" pitchFamily="18" charset="0"/>
              </a:rPr>
              <a:t>   FLOATING POINT ARITHEMATIC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C893BE6-B370-FF0F-EA50-30D454B0EA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47800"/>
            <a:ext cx="3978275" cy="48768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C9FEE-7BA4-F3D0-84DE-11B99A5691CC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4130040" cy="4671060"/>
          </a:xfrm>
        </p:spPr>
        <p:txBody>
          <a:bodyPr/>
          <a:lstStyle/>
          <a:p>
            <a:r>
              <a:rPr lang="en-IN" dirty="0"/>
              <a:t>	BY</a:t>
            </a:r>
            <a:r>
              <a:rPr lang="en-IN" dirty="0">
                <a:sym typeface="Wingdings" panose="05000000000000000000" pitchFamily="2" charset="2"/>
              </a:rPr>
              <a:t>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dirty="0">
                <a:sym typeface="Wingdings" panose="05000000000000000000" pitchFamily="2" charset="2"/>
              </a:rPr>
              <a:t>1] Vaibhav </a:t>
            </a:r>
            <a:r>
              <a:rPr lang="en-IN" dirty="0" err="1">
                <a:sym typeface="Wingdings" panose="05000000000000000000" pitchFamily="2" charset="2"/>
              </a:rPr>
              <a:t>Barsaiyan</a:t>
            </a:r>
            <a:endParaRPr lang="en-IN" dirty="0">
              <a:sym typeface="Wingdings" panose="05000000000000000000" pitchFamily="2" charset="2"/>
            </a:endParaRPr>
          </a:p>
          <a:p>
            <a:r>
              <a:rPr lang="en-IN" dirty="0">
                <a:sym typeface="Wingdings" panose="05000000000000000000" pitchFamily="2" charset="2"/>
              </a:rPr>
              <a:t> [2023CSM1019]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dirty="0">
                <a:sym typeface="Wingdings" panose="05000000000000000000" pitchFamily="2" charset="2"/>
              </a:rPr>
              <a:t>2]Shubham </a:t>
            </a:r>
            <a:r>
              <a:rPr lang="en-IN" dirty="0" err="1">
                <a:sym typeface="Wingdings" panose="05000000000000000000" pitchFamily="2" charset="2"/>
              </a:rPr>
              <a:t>Thawait</a:t>
            </a:r>
            <a:endParaRPr lang="en-IN" dirty="0">
              <a:sym typeface="Wingdings" panose="05000000000000000000" pitchFamily="2" charset="2"/>
            </a:endParaRPr>
          </a:p>
          <a:p>
            <a:r>
              <a:rPr lang="en-IN" dirty="0">
                <a:sym typeface="Wingdings" panose="05000000000000000000" pitchFamily="2" charset="2"/>
              </a:rPr>
              <a:t>[2023CSM1015]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dirty="0">
                <a:sym typeface="Wingdings" panose="05000000000000000000" pitchFamily="2" charset="2"/>
              </a:rPr>
              <a:t>3]Prashant Yadav</a:t>
            </a:r>
          </a:p>
          <a:p>
            <a:r>
              <a:rPr lang="en-IN" dirty="0">
                <a:sym typeface="Wingdings" panose="05000000000000000000" pitchFamily="2" charset="2"/>
              </a:rPr>
              <a:t>[2023CSM1025]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0412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6F2375-5025-8CB8-06F8-44DD97ED6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600"/>
            <a:ext cx="9144000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07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02F7BA-18C9-DA1A-5E1D-C0DE242F3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17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644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7865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7865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702EA-C63C-BF58-D0F6-CC7288CD4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"/>
            <a:ext cx="9144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525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31E540-C9DC-1278-22BA-9919A89F5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"/>
            <a:ext cx="9144000" cy="563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329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E372C4-D79C-AB79-AE46-2AC814828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24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323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7865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2150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78656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21506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78656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21506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ECDFA9-C62B-DC26-4783-5B1B09E38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514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29</Words>
  <Application>Microsoft Office PowerPoint</Application>
  <PresentationFormat>On-screen Show (4:3)</PresentationFormat>
  <Paragraphs>11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Calibri</vt:lpstr>
      <vt:lpstr>Calisto MT</vt:lpstr>
      <vt:lpstr>Office Theme</vt:lpstr>
      <vt:lpstr>   FLOATING POINT ARITHEMATIC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Vaibhav B</cp:lastModifiedBy>
  <cp:revision>9</cp:revision>
  <dcterms:created xsi:type="dcterms:W3CDTF">2023-11-02T04:01:55Z</dcterms:created>
  <dcterms:modified xsi:type="dcterms:W3CDTF">2023-11-02T04:42:20Z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2023-11-02T00:00:00Z</vt:filetime>
  </property>
  <property fmtid="{D5CDD505-2E9C-101B-9397-08002B2CF9AE}" pid="3" name="LastSaved">
    <vt:filetime>2023-11-02T00:00:00Z</vt:filetime>
  </property>
</Properties>
</file>