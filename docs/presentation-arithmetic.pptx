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61" r:id="rId4"/>
    <p:sldId id="258" r:id="rId5"/>
    <p:sldId id="262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69CB8-F204-4D06-B913-C5A26A89888A}" type="datetimeFigureOut">
              <a:rPr lang="en-US" dirty="0"/>
              <a:t>11/9/2023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376-B19C-488D-ABEB-03C7E6E9E3E0}" type="datetimeFigureOut">
              <a:rPr lang="en-US" dirty="0"/>
              <a:t>11/9/2023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077B-A50F-4D64-8574-E2D6A98A5553}" type="datetimeFigureOut">
              <a:rPr lang="en-US" dirty="0"/>
              <a:t>11/9/2023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2A62-1983-43A1-A163-D8AA46534C80}" type="datetimeFigureOut">
              <a:rPr lang="en-US" dirty="0"/>
              <a:t>11/9/2023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F3E3B-34E3-4345-B2A1-994B83598A9C}" type="datetimeFigureOut">
              <a:rPr lang="en-US" dirty="0"/>
              <a:t>11/9/2023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6C96-82A1-4D77-8ADA-627AC6FE3D65}" type="datetimeFigureOut">
              <a:rPr lang="en-US" dirty="0"/>
              <a:t>11/9/2023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2C1E-28F2-47E9-802D-339E64E2F920}" type="datetimeFigureOut">
              <a:rPr lang="en-US" dirty="0"/>
              <a:t>11/9/2023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4271A48-F18A-45B3-BC05-1E27DA3F88AF}" type="datetimeFigureOut">
              <a:rPr lang="en-US" dirty="0"/>
              <a:t>11/9/2023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47F8-9654-4282-85D2-65F41AAE7A75}" type="datetimeFigureOut">
              <a:rPr lang="en-US" dirty="0"/>
              <a:t>11/9/2023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E300-0A13-4A81-945A-7333C271A069}" type="datetimeFigureOut">
              <a:rPr lang="en-US" dirty="0"/>
              <a:t>11/9/2023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1962-1EA4-46E7-BCB0-F36CE46D1A59}" type="datetimeFigureOut">
              <a:rPr lang="en-US" dirty="0"/>
              <a:t>11/9/2023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DC5B261-8843-42D1-AAFC-05E20E2D9B97}" type="datetimeFigureOut">
              <a:rPr lang="en-US" dirty="0"/>
              <a:t>11/9/2023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A199A-9276-41A1-6EC7-148AF51CAA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63894"/>
            <a:ext cx="10058400" cy="2267339"/>
          </a:xfrm>
        </p:spPr>
        <p:txBody>
          <a:bodyPr>
            <a:normAutofit fontScale="90000"/>
          </a:bodyPr>
          <a:lstStyle/>
          <a:p>
            <a:br>
              <a:rPr lang="en-IN" sz="6000" dirty="0"/>
            </a:br>
            <a:br>
              <a:rPr lang="en-IN" sz="6000" dirty="0"/>
            </a:br>
            <a:r>
              <a:rPr lang="en-IN" sz="6000" dirty="0"/>
              <a:t>FLOATING POINT ARITHEMATICS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9A128F-B214-9266-9FC7-ADAEDCBC8B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562624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 by –</a:t>
            </a:r>
          </a:p>
          <a:p>
            <a:r>
              <a:rPr lang="en-IN" sz="1700" dirty="0"/>
              <a:t>1]Vaibhav </a:t>
            </a:r>
            <a:r>
              <a:rPr lang="en-IN" sz="1700" dirty="0" err="1"/>
              <a:t>barsaiyan</a:t>
            </a:r>
            <a:r>
              <a:rPr lang="en-IN" sz="1700" dirty="0"/>
              <a:t> (2023csm1019)</a:t>
            </a:r>
          </a:p>
          <a:p>
            <a:r>
              <a:rPr lang="en-IN" sz="1700" dirty="0"/>
              <a:t>2] Shubham </a:t>
            </a:r>
            <a:r>
              <a:rPr lang="en-IN" sz="1700" dirty="0" err="1"/>
              <a:t>thawait</a:t>
            </a:r>
            <a:r>
              <a:rPr lang="en-IN" sz="1700" dirty="0"/>
              <a:t> (2023csm1015)</a:t>
            </a:r>
          </a:p>
          <a:p>
            <a:r>
              <a:rPr lang="en-IN" sz="1700" dirty="0"/>
              <a:t>3] Prashant Yadav (2023csm1025)</a:t>
            </a:r>
          </a:p>
        </p:txBody>
      </p:sp>
    </p:spTree>
    <p:extLst>
      <p:ext uri="{BB962C8B-B14F-4D97-AF65-F5344CB8AC3E}">
        <p14:creationId xmlns:p14="http://schemas.microsoft.com/office/powerpoint/2010/main" val="3897396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EA9AB8-BB1C-3529-A3A0-03884A466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813"/>
            <a:ext cx="12192000" cy="502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978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802F7BA-18C9-DA1A-5E1D-C0DE242F31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35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772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4010AC6-4C21-96CE-5841-2CDA92773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375"/>
            <a:ext cx="12192000" cy="631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834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143484-209E-D350-C607-0B7F82E0F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821" y="-65315"/>
            <a:ext cx="11196734" cy="636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517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DBCF8A-F552-A44B-237D-9B4313631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44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39866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46464A"/>
      </a:dk2>
      <a:lt2>
        <a:srgbClr val="D1D9E1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BAB94BD4-5D6D-4148-AB57-A4CCF1FD4E0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81</TotalTime>
  <Words>30</Words>
  <Application>Microsoft Office PowerPoint</Application>
  <PresentationFormat>Widescreen</PresentationFormat>
  <Paragraphs>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Calibri</vt:lpstr>
      <vt:lpstr>Calibri Light</vt:lpstr>
      <vt:lpstr>Retrospect</vt:lpstr>
      <vt:lpstr>  FLOATING POINT ARITHEMATICS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FLOATING POINT ARITHEMATICS</dc:title>
  <dc:creator>Vaibhav B</dc:creator>
  <cp:lastModifiedBy>Vaibhav B</cp:lastModifiedBy>
  <cp:revision>6</cp:revision>
  <dcterms:created xsi:type="dcterms:W3CDTF">2023-11-09T02:58:38Z</dcterms:created>
  <dcterms:modified xsi:type="dcterms:W3CDTF">2023-11-09T04:19:44Z</dcterms:modified>
</cp:coreProperties>
</file>